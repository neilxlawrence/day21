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1" r:id="rId2"/>
    <p:sldId id="272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708F824-3C7D-4DBA-9173-B395DEE3198B}" v="1" dt="2026-03-10T06:19:00.42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96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eil Lawrence" userId="91322a6871254bda" providerId="LiveId" clId="{BF1B8DAB-338F-4601-B392-663CE50DFD73}"/>
    <pc:docChg chg="addSld delSld modSld">
      <pc:chgData name="Neil Lawrence" userId="91322a6871254bda" providerId="LiveId" clId="{BF1B8DAB-338F-4601-B392-663CE50DFD73}" dt="2026-03-10T06:19:00.423" v="2"/>
      <pc:docMkLst>
        <pc:docMk/>
      </pc:docMkLst>
      <pc:sldChg chg="del">
        <pc:chgData name="Neil Lawrence" userId="91322a6871254bda" providerId="LiveId" clId="{BF1B8DAB-338F-4601-B392-663CE50DFD73}" dt="2026-03-10T06:18:45.089" v="0" actId="47"/>
        <pc:sldMkLst>
          <pc:docMk/>
          <pc:sldMk cId="460550463" sldId="256"/>
        </pc:sldMkLst>
      </pc:sldChg>
      <pc:sldChg chg="del">
        <pc:chgData name="Neil Lawrence" userId="91322a6871254bda" providerId="LiveId" clId="{BF1B8DAB-338F-4601-B392-663CE50DFD73}" dt="2026-03-10T06:18:45.089" v="0" actId="47"/>
        <pc:sldMkLst>
          <pc:docMk/>
          <pc:sldMk cId="4207450367" sldId="257"/>
        </pc:sldMkLst>
      </pc:sldChg>
      <pc:sldChg chg="del">
        <pc:chgData name="Neil Lawrence" userId="91322a6871254bda" providerId="LiveId" clId="{BF1B8DAB-338F-4601-B392-663CE50DFD73}" dt="2026-03-10T06:18:45.089" v="0" actId="47"/>
        <pc:sldMkLst>
          <pc:docMk/>
          <pc:sldMk cId="2664700146" sldId="258"/>
        </pc:sldMkLst>
      </pc:sldChg>
      <pc:sldChg chg="del">
        <pc:chgData name="Neil Lawrence" userId="91322a6871254bda" providerId="LiveId" clId="{BF1B8DAB-338F-4601-B392-663CE50DFD73}" dt="2026-03-10T06:18:45.089" v="0" actId="47"/>
        <pc:sldMkLst>
          <pc:docMk/>
          <pc:sldMk cId="3885381527" sldId="259"/>
        </pc:sldMkLst>
      </pc:sldChg>
      <pc:sldChg chg="del">
        <pc:chgData name="Neil Lawrence" userId="91322a6871254bda" providerId="LiveId" clId="{BF1B8DAB-338F-4601-B392-663CE50DFD73}" dt="2026-03-10T06:18:45.089" v="0" actId="47"/>
        <pc:sldMkLst>
          <pc:docMk/>
          <pc:sldMk cId="3619878822" sldId="260"/>
        </pc:sldMkLst>
      </pc:sldChg>
      <pc:sldChg chg="del">
        <pc:chgData name="Neil Lawrence" userId="91322a6871254bda" providerId="LiveId" clId="{BF1B8DAB-338F-4601-B392-663CE50DFD73}" dt="2026-03-10T06:18:45.089" v="0" actId="47"/>
        <pc:sldMkLst>
          <pc:docMk/>
          <pc:sldMk cId="4156719557" sldId="261"/>
        </pc:sldMkLst>
      </pc:sldChg>
      <pc:sldChg chg="del">
        <pc:chgData name="Neil Lawrence" userId="91322a6871254bda" providerId="LiveId" clId="{BF1B8DAB-338F-4601-B392-663CE50DFD73}" dt="2026-03-10T06:18:45.089" v="0" actId="47"/>
        <pc:sldMkLst>
          <pc:docMk/>
          <pc:sldMk cId="1586079119" sldId="262"/>
        </pc:sldMkLst>
      </pc:sldChg>
      <pc:sldChg chg="del">
        <pc:chgData name="Neil Lawrence" userId="91322a6871254bda" providerId="LiveId" clId="{BF1B8DAB-338F-4601-B392-663CE50DFD73}" dt="2026-03-10T06:18:45.089" v="0" actId="47"/>
        <pc:sldMkLst>
          <pc:docMk/>
          <pc:sldMk cId="597746014" sldId="263"/>
        </pc:sldMkLst>
      </pc:sldChg>
      <pc:sldChg chg="del">
        <pc:chgData name="Neil Lawrence" userId="91322a6871254bda" providerId="LiveId" clId="{BF1B8DAB-338F-4601-B392-663CE50DFD73}" dt="2026-03-10T06:18:45.089" v="0" actId="47"/>
        <pc:sldMkLst>
          <pc:docMk/>
          <pc:sldMk cId="646634501" sldId="264"/>
        </pc:sldMkLst>
      </pc:sldChg>
      <pc:sldChg chg="del">
        <pc:chgData name="Neil Lawrence" userId="91322a6871254bda" providerId="LiveId" clId="{BF1B8DAB-338F-4601-B392-663CE50DFD73}" dt="2026-03-10T06:18:45.089" v="0" actId="47"/>
        <pc:sldMkLst>
          <pc:docMk/>
          <pc:sldMk cId="1086551523" sldId="265"/>
        </pc:sldMkLst>
      </pc:sldChg>
      <pc:sldChg chg="del">
        <pc:chgData name="Neil Lawrence" userId="91322a6871254bda" providerId="LiveId" clId="{BF1B8DAB-338F-4601-B392-663CE50DFD73}" dt="2026-03-10T06:18:45.089" v="0" actId="47"/>
        <pc:sldMkLst>
          <pc:docMk/>
          <pc:sldMk cId="3433549306" sldId="266"/>
        </pc:sldMkLst>
      </pc:sldChg>
      <pc:sldChg chg="del">
        <pc:chgData name="Neil Lawrence" userId="91322a6871254bda" providerId="LiveId" clId="{BF1B8DAB-338F-4601-B392-663CE50DFD73}" dt="2026-03-10T06:18:45.089" v="0" actId="47"/>
        <pc:sldMkLst>
          <pc:docMk/>
          <pc:sldMk cId="32592754" sldId="267"/>
        </pc:sldMkLst>
      </pc:sldChg>
      <pc:sldChg chg="del">
        <pc:chgData name="Neil Lawrence" userId="91322a6871254bda" providerId="LiveId" clId="{BF1B8DAB-338F-4601-B392-663CE50DFD73}" dt="2026-03-10T06:18:45.089" v="0" actId="47"/>
        <pc:sldMkLst>
          <pc:docMk/>
          <pc:sldMk cId="3037405713" sldId="268"/>
        </pc:sldMkLst>
      </pc:sldChg>
      <pc:sldChg chg="del">
        <pc:chgData name="Neil Lawrence" userId="91322a6871254bda" providerId="LiveId" clId="{BF1B8DAB-338F-4601-B392-663CE50DFD73}" dt="2026-03-10T06:18:45.089" v="0" actId="47"/>
        <pc:sldMkLst>
          <pc:docMk/>
          <pc:sldMk cId="1353634301" sldId="269"/>
        </pc:sldMkLst>
      </pc:sldChg>
      <pc:sldChg chg="del">
        <pc:chgData name="Neil Lawrence" userId="91322a6871254bda" providerId="LiveId" clId="{BF1B8DAB-338F-4601-B392-663CE50DFD73}" dt="2026-03-10T06:18:45.089" v="0" actId="47"/>
        <pc:sldMkLst>
          <pc:docMk/>
          <pc:sldMk cId="2903512018" sldId="270"/>
        </pc:sldMkLst>
      </pc:sldChg>
      <pc:sldChg chg="addSp new">
        <pc:chgData name="Neil Lawrence" userId="91322a6871254bda" providerId="LiveId" clId="{BF1B8DAB-338F-4601-B392-663CE50DFD73}" dt="2026-03-10T06:19:00.423" v="2"/>
        <pc:sldMkLst>
          <pc:docMk/>
          <pc:sldMk cId="2062506359" sldId="272"/>
        </pc:sldMkLst>
        <pc:picChg chg="add">
          <ac:chgData name="Neil Lawrence" userId="91322a6871254bda" providerId="LiveId" clId="{BF1B8DAB-338F-4601-B392-663CE50DFD73}" dt="2026-03-10T06:19:00.423" v="2"/>
          <ac:picMkLst>
            <pc:docMk/>
            <pc:sldMk cId="2062506359" sldId="272"/>
            <ac:picMk id="2" creationId="{F1B3CA3C-8E58-857F-7D23-68756D33B092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8DA98-8523-02E1-5523-27CE7E4F9B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46E20D-872C-A1BF-5436-37E94428F8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071A75-1282-1930-830C-BB2DCF4BE7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603C5-D714-4252-A57F-FE8F17FC82EE}" type="datetimeFigureOut">
              <a:rPr lang="en-GB" smtClean="0"/>
              <a:t>10/03/2026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A603BE-77F7-8B34-2080-67E3039CA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C4E4DE-F46D-C692-E8FA-36ED6AC76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392BC-C882-47E8-B473-29ED5F9A020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3954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63741-3A56-B543-8819-F4B929B83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A804ED-1469-10AE-04EC-19C53548A0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011FF7-7B0C-494B-671D-B75633D42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603C5-D714-4252-A57F-FE8F17FC82EE}" type="datetimeFigureOut">
              <a:rPr lang="en-GB" smtClean="0"/>
              <a:t>10/03/2026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EFDF66-8513-6C56-7B2E-0E610F1B8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E356CD-C2AE-CCDB-08EB-79E860995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392BC-C882-47E8-B473-29ED5F9A020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19925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1AC31-1DE6-F42F-7567-1AC46FD168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A76084-B002-314A-F292-6A7BB55034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3031D5-009E-0C62-1837-D317F82BD4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603C5-D714-4252-A57F-FE8F17FC82EE}" type="datetimeFigureOut">
              <a:rPr lang="en-GB" smtClean="0"/>
              <a:t>10/03/2026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895972-FDE2-96A0-2A89-F9FB68DEC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949C97-2C02-3995-5CBF-58C2AFBAC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392BC-C882-47E8-B473-29ED5F9A020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65781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DAE7B-AD27-71A6-A82A-68EB251D77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6110F5-7C4D-1B91-CF6D-EC448342CF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39AB4F-79E2-DE1F-2098-98AD3620E3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79C83B-F43B-4DB1-91CD-EF9CF4A542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603C5-D714-4252-A57F-FE8F17FC82EE}" type="datetimeFigureOut">
              <a:rPr lang="en-GB" smtClean="0"/>
              <a:t>10/03/2026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B81992-AECB-380A-B203-EEC03F269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F643A5-AA42-54DB-2F88-8055E8A95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392BC-C882-47E8-B473-29ED5F9A020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11572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FD269-1BE6-0F8E-D2EC-33AD0FE3F2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ABBBCF-252B-636D-C993-846F8D8C8A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4302EC-00D3-6076-3835-B126BC051D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4A4C21-1482-C231-93F9-2FB55711D6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56C5585-5406-F0D9-48DA-D177DDA2EA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8B47844-85DF-9C13-59A1-EF2DAADDF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603C5-D714-4252-A57F-FE8F17FC82EE}" type="datetimeFigureOut">
              <a:rPr lang="en-GB" smtClean="0"/>
              <a:t>10/03/2026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0CA87F0-7F38-7D82-7EB6-F9F124256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7D66459-505B-8560-447B-98E64C14B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392BC-C882-47E8-B473-29ED5F9A020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005253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5809B4-57E2-0944-D1D5-047C3C7BE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228C49-BE7E-009A-1282-A5AC993AB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603C5-D714-4252-A57F-FE8F17FC82EE}" type="datetimeFigureOut">
              <a:rPr lang="en-GB" smtClean="0"/>
              <a:t>10/03/2026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194E17-0B7E-DACF-5F23-F0559B54F9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72473C-7366-05C1-E306-7E0E430A6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392BC-C882-47E8-B473-29ED5F9A020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33129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8D43E0-9318-8D96-DFDE-134FDC831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603C5-D714-4252-A57F-FE8F17FC82EE}" type="datetimeFigureOut">
              <a:rPr lang="en-GB" smtClean="0"/>
              <a:t>10/03/2026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A95B78-A74F-5B62-76D9-6B844AF531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E056BC-DC42-F75E-4D17-D2DE2F3E74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392BC-C882-47E8-B473-29ED5F9A020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62780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C890AF-633E-6216-339F-33D46F3407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EFE22C-CD3A-90B4-4189-D99E934CC8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87CEF8-E8A2-B68D-C87E-7738287325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BCC322-830D-6796-8C60-8BB6EFF901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603C5-D714-4252-A57F-FE8F17FC82EE}" type="datetimeFigureOut">
              <a:rPr lang="en-GB" smtClean="0"/>
              <a:t>10/03/2026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995669-24F7-E826-1C9B-9744408303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A726A9-8098-964D-ADDB-40331FAE3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392BC-C882-47E8-B473-29ED5F9A020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93186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7279F-312D-1D9D-A5A3-B221A94921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68290B6-8F2C-08E0-EDC2-4E706270DB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857003-85A5-AEF3-D010-41F7BFEB5F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24BC39-7765-EC38-7438-B8392505DE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603C5-D714-4252-A57F-FE8F17FC82EE}" type="datetimeFigureOut">
              <a:rPr lang="en-GB" smtClean="0"/>
              <a:t>10/03/2026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DAE6E6-673B-2B9F-AB3E-C9E23902CA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BD2D6A-ACA8-81A1-D3F8-D108FAE96E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392BC-C882-47E8-B473-29ED5F9A020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086865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D735B8-78E9-8F5A-D72F-155458DD8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D7F08D-239E-5419-71AA-8179269D0E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42A543-EC55-8F78-AB25-8042E2BD76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603C5-D714-4252-A57F-FE8F17FC82EE}" type="datetimeFigureOut">
              <a:rPr lang="en-GB" smtClean="0"/>
              <a:t>10/03/2026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031A69-C99F-049B-7E29-A66708254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F5F8B0-E97E-8C97-739B-6427AAEF8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392BC-C882-47E8-B473-29ED5F9A020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349761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ACC41E4-E2E4-E6FD-43E0-4E46AA6D35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02D795-7822-965B-997E-DE3A480193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264415-EEFB-D8F9-E96E-8975EA89C8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603C5-D714-4252-A57F-FE8F17FC82EE}" type="datetimeFigureOut">
              <a:rPr lang="en-GB" smtClean="0"/>
              <a:t>10/03/2026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802E17-8BB6-A3CE-2905-FF0B553F9D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05E4DD-B3FE-EE63-930E-5F2486A4B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392BC-C882-47E8-B473-29ED5F9A020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44483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D9AA045-9B6B-8B43-E40F-878C8A39F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C37C53-7F7A-60D4-2750-0AA52AC568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08959D-CA47-5CF1-EEC0-E4900AECAF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8603C5-D714-4252-A57F-FE8F17FC82EE}" type="datetimeFigureOut">
              <a:rPr lang="en-GB" smtClean="0"/>
              <a:t>10/03/2026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C36817-F055-E8B5-8A5B-DE2C8E694D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5DEEA0-B079-6D67-E26F-15659CC99D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6392BC-C882-47E8-B473-29ED5F9A020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71047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B9AC24-DA5E-77E3-6F71-742E6F02C7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3D80701-0CE0-9C35-C766-8DF768F0DD42}"/>
              </a:ext>
            </a:extLst>
          </p:cNvPr>
          <p:cNvSpPr/>
          <p:nvPr/>
        </p:nvSpPr>
        <p:spPr>
          <a:xfrm>
            <a:off x="641494" y="367547"/>
            <a:ext cx="10498513" cy="6299108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A2A8921-0309-AB6F-E8DA-22EAC8135B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0427" y="3911590"/>
            <a:ext cx="2633831" cy="263383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E7B2AAE-2D54-9F10-A571-0B7A7AFA3B67}"/>
              </a:ext>
            </a:extLst>
          </p:cNvPr>
          <p:cNvSpPr txBox="1"/>
          <p:nvPr/>
        </p:nvSpPr>
        <p:spPr>
          <a:xfrm>
            <a:off x="842985" y="4583751"/>
            <a:ext cx="7411693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5200" b="1" dirty="0">
                <a:solidFill>
                  <a:schemeClr val="tx1"/>
                </a:solidFill>
                <a:latin typeface="Public sans"/>
                <a:cs typeface="Poppins" panose="020B0502040204020203" pitchFamily="2" charset="0"/>
              </a:rPr>
              <a:t>Fertility returns at day 21 after childbirth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FA37A70-F211-AB2E-8A33-FC00010500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9306" y="903878"/>
            <a:ext cx="9288171" cy="2886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5977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1B3CA3C-8E58-857F-7D23-68756D33B0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034" y="572776"/>
            <a:ext cx="10479932" cy="5712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25063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1535</TotalTime>
  <Words>7</Words>
  <Application>Microsoft Office PowerPoint</Application>
  <PresentationFormat>Widescreen</PresentationFormat>
  <Paragraphs>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Public sans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Neil Lawrence</dc:creator>
  <cp:lastModifiedBy>Neil Lawrence</cp:lastModifiedBy>
  <cp:revision>3</cp:revision>
  <dcterms:created xsi:type="dcterms:W3CDTF">2026-02-27T19:22:12Z</dcterms:created>
  <dcterms:modified xsi:type="dcterms:W3CDTF">2026-03-10T06:19:05Z</dcterms:modified>
</cp:coreProperties>
</file>