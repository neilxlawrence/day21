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70" r:id="rId3"/>
    <p:sldId id="258" r:id="rId4"/>
    <p:sldId id="272" r:id="rId5"/>
    <p:sldId id="259" r:id="rId6"/>
    <p:sldId id="260" r:id="rId7"/>
    <p:sldId id="263" r:id="rId8"/>
    <p:sldId id="265" r:id="rId9"/>
    <p:sldId id="261" r:id="rId10"/>
    <p:sldId id="266" r:id="rId11"/>
    <p:sldId id="268" r:id="rId12"/>
    <p:sldId id="267" r:id="rId13"/>
    <p:sldId id="264" r:id="rId14"/>
    <p:sldId id="262" r:id="rId15"/>
    <p:sldId id="269" r:id="rId16"/>
    <p:sldId id="256" r:id="rId17"/>
    <p:sldId id="25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579898-B2DF-4A62-965C-3C238AB6AA4F}" v="2" dt="2026-03-12T16:34:34.6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il Lawrence" userId="91322a6871254bda" providerId="LiveId" clId="{BF1B8DAB-338F-4601-B392-663CE50DFD73}"/>
    <pc:docChg chg="undo custSel addSld modSld sldOrd">
      <pc:chgData name="Neil Lawrence" userId="91322a6871254bda" providerId="LiveId" clId="{BF1B8DAB-338F-4601-B392-663CE50DFD73}" dt="2026-03-12T16:34:51.497" v="719" actId="1076"/>
      <pc:docMkLst>
        <pc:docMk/>
      </pc:docMkLst>
      <pc:sldChg chg="addSp modSp mod">
        <pc:chgData name="Neil Lawrence" userId="91322a6871254bda" providerId="LiveId" clId="{BF1B8DAB-338F-4601-B392-663CE50DFD73}" dt="2026-03-01T14:46:54.733" v="12" actId="1076"/>
        <pc:sldMkLst>
          <pc:docMk/>
          <pc:sldMk cId="4207450367" sldId="257"/>
        </pc:sldMkLst>
        <pc:picChg chg="add mod">
          <ac:chgData name="Neil Lawrence" userId="91322a6871254bda" providerId="LiveId" clId="{BF1B8DAB-338F-4601-B392-663CE50DFD73}" dt="2026-03-01T14:45:30.930" v="3"/>
          <ac:picMkLst>
            <pc:docMk/>
            <pc:sldMk cId="4207450367" sldId="257"/>
            <ac:picMk id="3" creationId="{72EE296F-CB8E-D778-AD51-4F548CC5023E}"/>
          </ac:picMkLst>
        </pc:picChg>
        <pc:picChg chg="add mod">
          <ac:chgData name="Neil Lawrence" userId="91322a6871254bda" providerId="LiveId" clId="{BF1B8DAB-338F-4601-B392-663CE50DFD73}" dt="2026-03-01T14:46:49.248" v="11" actId="1076"/>
          <ac:picMkLst>
            <pc:docMk/>
            <pc:sldMk cId="4207450367" sldId="257"/>
            <ac:picMk id="5" creationId="{0422F8CD-6B66-6821-F248-C82A21C52F45}"/>
          </ac:picMkLst>
        </pc:picChg>
        <pc:picChg chg="add mod">
          <ac:chgData name="Neil Lawrence" userId="91322a6871254bda" providerId="LiveId" clId="{BF1B8DAB-338F-4601-B392-663CE50DFD73}" dt="2026-03-01T14:46:54.733" v="12" actId="1076"/>
          <ac:picMkLst>
            <pc:docMk/>
            <pc:sldMk cId="4207450367" sldId="257"/>
            <ac:picMk id="7" creationId="{55E71692-6C8B-A861-6E72-683F51D99CD3}"/>
          </ac:picMkLst>
        </pc:picChg>
        <pc:picChg chg="add mod">
          <ac:chgData name="Neil Lawrence" userId="91322a6871254bda" providerId="LiveId" clId="{BF1B8DAB-338F-4601-B392-663CE50DFD73}" dt="2026-03-01T14:46:22.639" v="9" actId="1076"/>
          <ac:picMkLst>
            <pc:docMk/>
            <pc:sldMk cId="4207450367" sldId="257"/>
            <ac:picMk id="9" creationId="{2593AB44-FFB8-0601-892A-FB2AEBCFE992}"/>
          </ac:picMkLst>
        </pc:picChg>
      </pc:sldChg>
      <pc:sldChg chg="addSp modSp add mod">
        <pc:chgData name="Neil Lawrence" userId="91322a6871254bda" providerId="LiveId" clId="{BF1B8DAB-338F-4601-B392-663CE50DFD73}" dt="2026-03-12T16:34:17.361" v="716" actId="732"/>
        <pc:sldMkLst>
          <pc:docMk/>
          <pc:sldMk cId="2664700146" sldId="258"/>
        </pc:sldMkLst>
        <pc:spChg chg="add mod">
          <ac:chgData name="Neil Lawrence" userId="91322a6871254bda" providerId="LiveId" clId="{BF1B8DAB-338F-4601-B392-663CE50DFD73}" dt="2026-03-01T15:12:54.024" v="68" actId="1076"/>
          <ac:spMkLst>
            <pc:docMk/>
            <pc:sldMk cId="2664700146" sldId="258"/>
            <ac:spMk id="11" creationId="{D45278E8-1E00-A1F2-D230-AA32DD18B6FE}"/>
          </ac:spMkLst>
        </pc:spChg>
        <pc:picChg chg="add mod">
          <ac:chgData name="Neil Lawrence" userId="91322a6871254bda" providerId="LiveId" clId="{BF1B8DAB-338F-4601-B392-663CE50DFD73}" dt="2026-03-01T15:02:30.138" v="17" actId="1076"/>
          <ac:picMkLst>
            <pc:docMk/>
            <pc:sldMk cId="2664700146" sldId="258"/>
            <ac:picMk id="5" creationId="{83782C4E-08AF-DC3F-A880-2231CE27E1BF}"/>
          </ac:picMkLst>
        </pc:picChg>
        <pc:picChg chg="add mod">
          <ac:chgData name="Neil Lawrence" userId="91322a6871254bda" providerId="LiveId" clId="{BF1B8DAB-338F-4601-B392-663CE50DFD73}" dt="2026-03-01T15:13:01.553" v="71" actId="1076"/>
          <ac:picMkLst>
            <pc:docMk/>
            <pc:sldMk cId="2664700146" sldId="258"/>
            <ac:picMk id="7" creationId="{024074A8-75D6-82C2-39D7-8647CC03E622}"/>
          </ac:picMkLst>
        </pc:picChg>
        <pc:picChg chg="add mod modCrop">
          <ac:chgData name="Neil Lawrence" userId="91322a6871254bda" providerId="LiveId" clId="{BF1B8DAB-338F-4601-B392-663CE50DFD73}" dt="2026-03-12T16:34:17.361" v="716" actId="732"/>
          <ac:picMkLst>
            <pc:docMk/>
            <pc:sldMk cId="2664700146" sldId="258"/>
            <ac:picMk id="9" creationId="{1A631163-45B9-F856-C584-205A44D333BB}"/>
          </ac:picMkLst>
        </pc:picChg>
        <pc:picChg chg="add mod">
          <ac:chgData name="Neil Lawrence" userId="91322a6871254bda" providerId="LiveId" clId="{BF1B8DAB-338F-4601-B392-663CE50DFD73}" dt="2026-03-01T15:12:58.067" v="69" actId="1076"/>
          <ac:picMkLst>
            <pc:docMk/>
            <pc:sldMk cId="2664700146" sldId="258"/>
            <ac:picMk id="10" creationId="{FA3A7AA1-D56B-3617-E972-27E3346B4DB0}"/>
          </ac:picMkLst>
        </pc:picChg>
      </pc:sldChg>
      <pc:sldChg chg="addSp delSp modSp add mod">
        <pc:chgData name="Neil Lawrence" userId="91322a6871254bda" providerId="LiveId" clId="{BF1B8DAB-338F-4601-B392-663CE50DFD73}" dt="2026-03-01T15:21:06.062" v="243"/>
        <pc:sldMkLst>
          <pc:docMk/>
          <pc:sldMk cId="3885381527" sldId="259"/>
        </pc:sldMkLst>
        <pc:spChg chg="add mod">
          <ac:chgData name="Neil Lawrence" userId="91322a6871254bda" providerId="LiveId" clId="{BF1B8DAB-338F-4601-B392-663CE50DFD73}" dt="2026-03-01T15:21:06.062" v="243"/>
          <ac:spMkLst>
            <pc:docMk/>
            <pc:sldMk cId="3885381527" sldId="259"/>
            <ac:spMk id="4" creationId="{DD09C8AD-F37E-716A-7B2B-5326536B2D06}"/>
          </ac:spMkLst>
        </pc:spChg>
        <pc:spChg chg="mod">
          <ac:chgData name="Neil Lawrence" userId="91322a6871254bda" providerId="LiveId" clId="{BF1B8DAB-338F-4601-B392-663CE50DFD73}" dt="2026-03-01T15:13:16.967" v="78" actId="14100"/>
          <ac:spMkLst>
            <pc:docMk/>
            <pc:sldMk cId="3885381527" sldId="259"/>
            <ac:spMk id="11" creationId="{25005629-FCA5-D0E5-5810-7E933F9A4A0E}"/>
          </ac:spMkLst>
        </pc:spChg>
      </pc:sldChg>
      <pc:sldChg chg="addSp delSp modSp add mod">
        <pc:chgData name="Neil Lawrence" userId="91322a6871254bda" providerId="LiveId" clId="{BF1B8DAB-338F-4601-B392-663CE50DFD73}" dt="2026-03-01T15:27:34.382" v="333" actId="1035"/>
        <pc:sldMkLst>
          <pc:docMk/>
          <pc:sldMk cId="3619878822" sldId="260"/>
        </pc:sldMkLst>
        <pc:spChg chg="add mod">
          <ac:chgData name="Neil Lawrence" userId="91322a6871254bda" providerId="LiveId" clId="{BF1B8DAB-338F-4601-B392-663CE50DFD73}" dt="2026-03-01T15:19:43.287" v="217" actId="1038"/>
          <ac:spMkLst>
            <pc:docMk/>
            <pc:sldMk cId="3619878822" sldId="260"/>
            <ac:spMk id="3" creationId="{0CB415E8-A89D-DCD2-1473-F67F3A1F4B42}"/>
          </ac:spMkLst>
        </pc:spChg>
        <pc:spChg chg="add mod">
          <ac:chgData name="Neil Lawrence" userId="91322a6871254bda" providerId="LiveId" clId="{BF1B8DAB-338F-4601-B392-663CE50DFD73}" dt="2026-03-01T15:19:43.287" v="217" actId="1038"/>
          <ac:spMkLst>
            <pc:docMk/>
            <pc:sldMk cId="3619878822" sldId="260"/>
            <ac:spMk id="6" creationId="{EA4FD43D-F984-356F-C089-C93972E80752}"/>
          </ac:spMkLst>
        </pc:spChg>
        <pc:spChg chg="mod">
          <ac:chgData name="Neil Lawrence" userId="91322a6871254bda" providerId="LiveId" clId="{BF1B8DAB-338F-4601-B392-663CE50DFD73}" dt="2026-03-01T15:22:33.987" v="312" actId="1037"/>
          <ac:spMkLst>
            <pc:docMk/>
            <pc:sldMk cId="3619878822" sldId="260"/>
            <ac:spMk id="11" creationId="{9FDFD97A-AB21-E6D1-224C-5E008F8B26C3}"/>
          </ac:spMkLst>
        </pc:spChg>
        <pc:picChg chg="add mod">
          <ac:chgData name="Neil Lawrence" userId="91322a6871254bda" providerId="LiveId" clId="{BF1B8DAB-338F-4601-B392-663CE50DFD73}" dt="2026-03-01T15:20:01.963" v="235" actId="1038"/>
          <ac:picMkLst>
            <pc:docMk/>
            <pc:sldMk cId="3619878822" sldId="260"/>
            <ac:picMk id="4" creationId="{601BE52E-0502-D609-8280-E5B9F4E89544}"/>
          </ac:picMkLst>
        </pc:picChg>
        <pc:picChg chg="add mod ord modCrop">
          <ac:chgData name="Neil Lawrence" userId="91322a6871254bda" providerId="LiveId" clId="{BF1B8DAB-338F-4601-B392-663CE50DFD73}" dt="2026-03-01T15:27:34.382" v="333" actId="1035"/>
          <ac:picMkLst>
            <pc:docMk/>
            <pc:sldMk cId="3619878822" sldId="260"/>
            <ac:picMk id="12" creationId="{F083E5CF-BBFD-5164-63C3-6B4E1D8067ED}"/>
          </ac:picMkLst>
        </pc:picChg>
      </pc:sldChg>
      <pc:sldChg chg="addSp delSp modSp new mod ord">
        <pc:chgData name="Neil Lawrence" userId="91322a6871254bda" providerId="LiveId" clId="{BF1B8DAB-338F-4601-B392-663CE50DFD73}" dt="2026-03-01T16:22:13.381" v="465" actId="732"/>
        <pc:sldMkLst>
          <pc:docMk/>
          <pc:sldMk cId="4156719557" sldId="261"/>
        </pc:sldMkLst>
        <pc:picChg chg="add mod">
          <ac:chgData name="Neil Lawrence" userId="91322a6871254bda" providerId="LiveId" clId="{BF1B8DAB-338F-4601-B392-663CE50DFD73}" dt="2026-03-01T16:15:26.226" v="352" actId="1076"/>
          <ac:picMkLst>
            <pc:docMk/>
            <pc:sldMk cId="4156719557" sldId="261"/>
            <ac:picMk id="7" creationId="{479AE01E-A0CD-A70F-CFD6-39D784ABB83E}"/>
          </ac:picMkLst>
        </pc:picChg>
        <pc:picChg chg="add mod modCrop">
          <ac:chgData name="Neil Lawrence" userId="91322a6871254bda" providerId="LiveId" clId="{BF1B8DAB-338F-4601-B392-663CE50DFD73}" dt="2026-03-01T16:22:13.381" v="465" actId="732"/>
          <ac:picMkLst>
            <pc:docMk/>
            <pc:sldMk cId="4156719557" sldId="261"/>
            <ac:picMk id="12" creationId="{D15D16CD-A150-E2D2-C5E7-CB45AB26EDFB}"/>
          </ac:picMkLst>
        </pc:picChg>
      </pc:sldChg>
      <pc:sldChg chg="addSp modSp new">
        <pc:chgData name="Neil Lawrence" userId="91322a6871254bda" providerId="LiveId" clId="{BF1B8DAB-338F-4601-B392-663CE50DFD73}" dt="2026-03-01T16:14:42.054" v="341"/>
        <pc:sldMkLst>
          <pc:docMk/>
          <pc:sldMk cId="1586079119" sldId="262"/>
        </pc:sldMkLst>
        <pc:picChg chg="add mod">
          <ac:chgData name="Neil Lawrence" userId="91322a6871254bda" providerId="LiveId" clId="{BF1B8DAB-338F-4601-B392-663CE50DFD73}" dt="2026-03-01T16:14:42.054" v="341"/>
          <ac:picMkLst>
            <pc:docMk/>
            <pc:sldMk cId="1586079119" sldId="262"/>
            <ac:picMk id="11" creationId="{A937E949-3A23-F74B-B6A8-01C4DDE7F702}"/>
          </ac:picMkLst>
        </pc:picChg>
      </pc:sldChg>
      <pc:sldChg chg="addSp delSp modSp add mod">
        <pc:chgData name="Neil Lawrence" userId="91322a6871254bda" providerId="LiveId" clId="{BF1B8DAB-338F-4601-B392-663CE50DFD73}" dt="2026-03-01T16:16:01.031" v="361" actId="20577"/>
        <pc:sldMkLst>
          <pc:docMk/>
          <pc:sldMk cId="597746014" sldId="263"/>
        </pc:sldMkLst>
        <pc:spChg chg="mod">
          <ac:chgData name="Neil Lawrence" userId="91322a6871254bda" providerId="LiveId" clId="{BF1B8DAB-338F-4601-B392-663CE50DFD73}" dt="2026-03-01T16:16:01.031" v="361" actId="20577"/>
          <ac:spMkLst>
            <pc:docMk/>
            <pc:sldMk cId="597746014" sldId="263"/>
            <ac:spMk id="11" creationId="{825CC2FD-DFEC-0B68-46CF-309335724FAD}"/>
          </ac:spMkLst>
        </pc:spChg>
        <pc:picChg chg="add mod ord modCrop">
          <ac:chgData name="Neil Lawrence" userId="91322a6871254bda" providerId="LiveId" clId="{BF1B8DAB-338F-4601-B392-663CE50DFD73}" dt="2026-03-01T16:15:53.571" v="359" actId="167"/>
          <ac:picMkLst>
            <pc:docMk/>
            <pc:sldMk cId="597746014" sldId="263"/>
            <ac:picMk id="9" creationId="{BAD942EF-FCED-7AA4-C53B-96686DF1B7B1}"/>
          </ac:picMkLst>
        </pc:picChg>
      </pc:sldChg>
      <pc:sldChg chg="add">
        <pc:chgData name="Neil Lawrence" userId="91322a6871254bda" providerId="LiveId" clId="{BF1B8DAB-338F-4601-B392-663CE50DFD73}" dt="2026-03-01T16:15:12.131" v="347"/>
        <pc:sldMkLst>
          <pc:docMk/>
          <pc:sldMk cId="646634501" sldId="264"/>
        </pc:sldMkLst>
      </pc:sldChg>
      <pc:sldChg chg="addSp modSp add mod">
        <pc:chgData name="Neil Lawrence" userId="91322a6871254bda" providerId="LiveId" clId="{BF1B8DAB-338F-4601-B392-663CE50DFD73}" dt="2026-03-01T16:23:44.489" v="579" actId="1035"/>
        <pc:sldMkLst>
          <pc:docMk/>
          <pc:sldMk cId="1086551523" sldId="265"/>
        </pc:sldMkLst>
        <pc:spChg chg="add mod">
          <ac:chgData name="Neil Lawrence" userId="91322a6871254bda" providerId="LiveId" clId="{BF1B8DAB-338F-4601-B392-663CE50DFD73}" dt="2026-03-01T16:23:07.408" v="553" actId="14100"/>
          <ac:spMkLst>
            <pc:docMk/>
            <pc:sldMk cId="1086551523" sldId="265"/>
            <ac:spMk id="2" creationId="{D80376A1-2292-7250-5D3B-ADE4BE1D1DD7}"/>
          </ac:spMkLst>
        </pc:spChg>
        <pc:spChg chg="mod">
          <ac:chgData name="Neil Lawrence" userId="91322a6871254bda" providerId="LiveId" clId="{BF1B8DAB-338F-4601-B392-663CE50DFD73}" dt="2026-03-01T16:23:29.581" v="570" actId="14100"/>
          <ac:spMkLst>
            <pc:docMk/>
            <pc:sldMk cId="1086551523" sldId="265"/>
            <ac:spMk id="3" creationId="{3B188DB3-B32F-4446-74D7-4EF789F163A6}"/>
          </ac:spMkLst>
        </pc:spChg>
        <pc:spChg chg="add mod">
          <ac:chgData name="Neil Lawrence" userId="91322a6871254bda" providerId="LiveId" clId="{BF1B8DAB-338F-4601-B392-663CE50DFD73}" dt="2026-03-01T16:23:29.581" v="570" actId="14100"/>
          <ac:spMkLst>
            <pc:docMk/>
            <pc:sldMk cId="1086551523" sldId="265"/>
            <ac:spMk id="5" creationId="{48C5CAED-660A-57BA-210C-A407DC85E5A1}"/>
          </ac:spMkLst>
        </pc:spChg>
        <pc:spChg chg="mod">
          <ac:chgData name="Neil Lawrence" userId="91322a6871254bda" providerId="LiveId" clId="{BF1B8DAB-338F-4601-B392-663CE50DFD73}" dt="2026-03-01T16:23:44.489" v="579" actId="1035"/>
          <ac:spMkLst>
            <pc:docMk/>
            <pc:sldMk cId="1086551523" sldId="265"/>
            <ac:spMk id="6" creationId="{BB480CC6-A59C-C0F4-7AD7-36B7C6C07B6D}"/>
          </ac:spMkLst>
        </pc:spChg>
        <pc:spChg chg="mod">
          <ac:chgData name="Neil Lawrence" userId="91322a6871254bda" providerId="LiveId" clId="{BF1B8DAB-338F-4601-B392-663CE50DFD73}" dt="2026-03-01T16:23:29.581" v="570" actId="14100"/>
          <ac:spMkLst>
            <pc:docMk/>
            <pc:sldMk cId="1086551523" sldId="265"/>
            <ac:spMk id="11" creationId="{4AB0C915-8072-D9B8-A0A9-EDEF8A341FF4}"/>
          </ac:spMkLst>
        </pc:spChg>
        <pc:picChg chg="mod">
          <ac:chgData name="Neil Lawrence" userId="91322a6871254bda" providerId="LiveId" clId="{BF1B8DAB-338F-4601-B392-663CE50DFD73}" dt="2026-03-01T16:23:29.581" v="570" actId="14100"/>
          <ac:picMkLst>
            <pc:docMk/>
            <pc:sldMk cId="1086551523" sldId="265"/>
            <ac:picMk id="4" creationId="{A2E4F1F3-6A0A-F170-7EAD-644FE46A5998}"/>
          </ac:picMkLst>
        </pc:picChg>
        <pc:picChg chg="mod">
          <ac:chgData name="Neil Lawrence" userId="91322a6871254bda" providerId="LiveId" clId="{BF1B8DAB-338F-4601-B392-663CE50DFD73}" dt="2026-03-01T16:23:29.581" v="570" actId="14100"/>
          <ac:picMkLst>
            <pc:docMk/>
            <pc:sldMk cId="1086551523" sldId="265"/>
            <ac:picMk id="9" creationId="{AFAC22E8-1C04-C72A-17A3-88F31C3104D7}"/>
          </ac:picMkLst>
        </pc:picChg>
      </pc:sldChg>
      <pc:sldChg chg="addSp modSp new mod">
        <pc:chgData name="Neil Lawrence" userId="91322a6871254bda" providerId="LiveId" clId="{BF1B8DAB-338F-4601-B392-663CE50DFD73}" dt="2026-03-01T16:24:09.581" v="583" actId="732"/>
        <pc:sldMkLst>
          <pc:docMk/>
          <pc:sldMk cId="3433549306" sldId="266"/>
        </pc:sldMkLst>
        <pc:picChg chg="add mod modCrop">
          <ac:chgData name="Neil Lawrence" userId="91322a6871254bda" providerId="LiveId" clId="{BF1B8DAB-338F-4601-B392-663CE50DFD73}" dt="2026-03-01T16:24:09.581" v="583" actId="732"/>
          <ac:picMkLst>
            <pc:docMk/>
            <pc:sldMk cId="3433549306" sldId="266"/>
            <ac:picMk id="2" creationId="{2E2B4529-6914-AB6A-05DE-0786972A8FAF}"/>
          </ac:picMkLst>
        </pc:picChg>
      </pc:sldChg>
      <pc:sldChg chg="addSp modSp new mod">
        <pc:chgData name="Neil Lawrence" userId="91322a6871254bda" providerId="LiveId" clId="{BF1B8DAB-338F-4601-B392-663CE50DFD73}" dt="2026-03-01T16:27:17.020" v="611" actId="1076"/>
        <pc:sldMkLst>
          <pc:docMk/>
          <pc:sldMk cId="32592754" sldId="267"/>
        </pc:sldMkLst>
        <pc:spChg chg="add">
          <ac:chgData name="Neil Lawrence" userId="91322a6871254bda" providerId="LiveId" clId="{BF1B8DAB-338F-4601-B392-663CE50DFD73}" dt="2026-03-01T16:24:41.577" v="585"/>
          <ac:spMkLst>
            <pc:docMk/>
            <pc:sldMk cId="32592754" sldId="267"/>
            <ac:spMk id="2" creationId="{50444464-43BD-440D-B8BB-1DDC3BF18FCE}"/>
          </ac:spMkLst>
        </pc:spChg>
        <pc:picChg chg="add mod">
          <ac:chgData name="Neil Lawrence" userId="91322a6871254bda" providerId="LiveId" clId="{BF1B8DAB-338F-4601-B392-663CE50DFD73}" dt="2026-03-01T16:24:48.690" v="587" actId="1076"/>
          <ac:picMkLst>
            <pc:docMk/>
            <pc:sldMk cId="32592754" sldId="267"/>
            <ac:picMk id="3" creationId="{CC388675-81CA-FD08-E0D8-3BCE4AF2D65F}"/>
          </ac:picMkLst>
        </pc:picChg>
        <pc:picChg chg="add mod">
          <ac:chgData name="Neil Lawrence" userId="91322a6871254bda" providerId="LiveId" clId="{BF1B8DAB-338F-4601-B392-663CE50DFD73}" dt="2026-03-01T16:26:39.610" v="608" actId="1076"/>
          <ac:picMkLst>
            <pc:docMk/>
            <pc:sldMk cId="32592754" sldId="267"/>
            <ac:picMk id="5" creationId="{DE4A711C-12A0-E515-7439-FA5376363BB5}"/>
          </ac:picMkLst>
        </pc:picChg>
        <pc:picChg chg="add mod">
          <ac:chgData name="Neil Lawrence" userId="91322a6871254bda" providerId="LiveId" clId="{BF1B8DAB-338F-4601-B392-663CE50DFD73}" dt="2026-03-01T16:25:52.554" v="605" actId="1076"/>
          <ac:picMkLst>
            <pc:docMk/>
            <pc:sldMk cId="32592754" sldId="267"/>
            <ac:picMk id="7" creationId="{70DB2001-5170-34DA-90E2-5E632C3452FD}"/>
          </ac:picMkLst>
        </pc:picChg>
        <pc:picChg chg="add mod">
          <ac:chgData name="Neil Lawrence" userId="91322a6871254bda" providerId="LiveId" clId="{BF1B8DAB-338F-4601-B392-663CE50DFD73}" dt="2026-03-01T16:27:17.020" v="611" actId="1076"/>
          <ac:picMkLst>
            <pc:docMk/>
            <pc:sldMk cId="32592754" sldId="267"/>
            <ac:picMk id="8" creationId="{474DCD61-6B44-45E7-84B7-0502D25EDD2B}"/>
          </ac:picMkLst>
        </pc:picChg>
      </pc:sldChg>
      <pc:sldChg chg="addSp delSp modSp add mod">
        <pc:chgData name="Neil Lawrence" userId="91322a6871254bda" providerId="LiveId" clId="{BF1B8DAB-338F-4601-B392-663CE50DFD73}" dt="2026-03-01T16:32:41.922" v="673" actId="1038"/>
        <pc:sldMkLst>
          <pc:docMk/>
          <pc:sldMk cId="3037405713" sldId="268"/>
        </pc:sldMkLst>
        <pc:spChg chg="mod">
          <ac:chgData name="Neil Lawrence" userId="91322a6871254bda" providerId="LiveId" clId="{BF1B8DAB-338F-4601-B392-663CE50DFD73}" dt="2026-03-01T16:25:16.441" v="598" actId="20577"/>
          <ac:spMkLst>
            <pc:docMk/>
            <pc:sldMk cId="3037405713" sldId="268"/>
            <ac:spMk id="11" creationId="{F81F75CD-4A7E-E587-64AA-4773C108861E}"/>
          </ac:spMkLst>
        </pc:spChg>
        <pc:spChg chg="add mod">
          <ac:chgData name="Neil Lawrence" userId="91322a6871254bda" providerId="LiveId" clId="{BF1B8DAB-338F-4601-B392-663CE50DFD73}" dt="2026-03-01T16:32:37.867" v="663" actId="1037"/>
          <ac:spMkLst>
            <pc:docMk/>
            <pc:sldMk cId="3037405713" sldId="268"/>
            <ac:spMk id="17" creationId="{2013C413-DDF9-E569-FA51-53734A027330}"/>
          </ac:spMkLst>
        </pc:spChg>
        <pc:picChg chg="mod">
          <ac:chgData name="Neil Lawrence" userId="91322a6871254bda" providerId="LiveId" clId="{BF1B8DAB-338F-4601-B392-663CE50DFD73}" dt="2026-03-01T16:28:01.686" v="617" actId="29295"/>
          <ac:picMkLst>
            <pc:docMk/>
            <pc:sldMk cId="3037405713" sldId="268"/>
            <ac:picMk id="9" creationId="{C28D58A8-700C-FB1D-5AC7-ECDB978EF68A}"/>
          </ac:picMkLst>
        </pc:picChg>
        <pc:picChg chg="add mod">
          <ac:chgData name="Neil Lawrence" userId="91322a6871254bda" providerId="LiveId" clId="{BF1B8DAB-338F-4601-B392-663CE50DFD73}" dt="2026-03-01T16:32:41.922" v="673" actId="1038"/>
          <ac:picMkLst>
            <pc:docMk/>
            <pc:sldMk cId="3037405713" sldId="268"/>
            <ac:picMk id="16" creationId="{936E97A4-B541-443B-AAB4-3BFAC8337C7E}"/>
          </ac:picMkLst>
        </pc:picChg>
      </pc:sldChg>
      <pc:sldChg chg="addSp modSp new mod">
        <pc:chgData name="Neil Lawrence" userId="91322a6871254bda" providerId="LiveId" clId="{BF1B8DAB-338F-4601-B392-663CE50DFD73}" dt="2026-03-01T16:33:17.082" v="677" actId="732"/>
        <pc:sldMkLst>
          <pc:docMk/>
          <pc:sldMk cId="1353634301" sldId="269"/>
        </pc:sldMkLst>
        <pc:picChg chg="add mod modCrop">
          <ac:chgData name="Neil Lawrence" userId="91322a6871254bda" providerId="LiveId" clId="{BF1B8DAB-338F-4601-B392-663CE50DFD73}" dt="2026-03-01T16:33:17.082" v="677" actId="732"/>
          <ac:picMkLst>
            <pc:docMk/>
            <pc:sldMk cId="1353634301" sldId="269"/>
            <ac:picMk id="3" creationId="{DEA5AE0D-C0F2-803C-5F40-5FC2EA16B245}"/>
          </ac:picMkLst>
        </pc:picChg>
      </pc:sldChg>
      <pc:sldChg chg="new ord">
        <pc:chgData name="Neil Lawrence" userId="91322a6871254bda" providerId="LiveId" clId="{BF1B8DAB-338F-4601-B392-663CE50DFD73}" dt="2026-03-10T06:16:00.581" v="680"/>
        <pc:sldMkLst>
          <pc:docMk/>
          <pc:sldMk cId="2903512018" sldId="270"/>
        </pc:sldMkLst>
      </pc:sldChg>
      <pc:sldChg chg="addSp delSp modSp add mod ord">
        <pc:chgData name="Neil Lawrence" userId="91322a6871254bda" providerId="LiveId" clId="{BF1B8DAB-338F-4601-B392-663CE50DFD73}" dt="2026-03-10T06:18:09.265" v="713" actId="1076"/>
        <pc:sldMkLst>
          <pc:docMk/>
          <pc:sldMk cId="2447597740" sldId="271"/>
        </pc:sldMkLst>
        <pc:spChg chg="mod">
          <ac:chgData name="Neil Lawrence" userId="91322a6871254bda" providerId="LiveId" clId="{BF1B8DAB-338F-4601-B392-663CE50DFD73}" dt="2026-03-10T06:16:41.224" v="701" actId="14100"/>
          <ac:spMkLst>
            <pc:docMk/>
            <pc:sldMk cId="2447597740" sldId="271"/>
            <ac:spMk id="6" creationId="{CE7B2AAE-2D54-9F10-A571-0B7A7AFA3B67}"/>
          </ac:spMkLst>
        </pc:spChg>
        <pc:picChg chg="add mod">
          <ac:chgData name="Neil Lawrence" userId="91322a6871254bda" providerId="LiveId" clId="{BF1B8DAB-338F-4601-B392-663CE50DFD73}" dt="2026-03-10T06:18:09.265" v="713" actId="1076"/>
          <ac:picMkLst>
            <pc:docMk/>
            <pc:sldMk cId="2447597740" sldId="271"/>
            <ac:picMk id="8" creationId="{EFA37A70-F211-AB2E-8A33-FC0001050090}"/>
          </ac:picMkLst>
        </pc:picChg>
      </pc:sldChg>
      <pc:sldChg chg="addSp modSp new mod">
        <pc:chgData name="Neil Lawrence" userId="91322a6871254bda" providerId="LiveId" clId="{BF1B8DAB-338F-4601-B392-663CE50DFD73}" dt="2026-03-12T16:34:51.497" v="719" actId="1076"/>
        <pc:sldMkLst>
          <pc:docMk/>
          <pc:sldMk cId="1925890144" sldId="272"/>
        </pc:sldMkLst>
        <pc:picChg chg="add mod">
          <ac:chgData name="Neil Lawrence" userId="91322a6871254bda" providerId="LiveId" clId="{BF1B8DAB-338F-4601-B392-663CE50DFD73}" dt="2026-03-12T16:34:51.497" v="719" actId="1076"/>
          <ac:picMkLst>
            <pc:docMk/>
            <pc:sldMk cId="1925890144" sldId="272"/>
            <ac:picMk id="2" creationId="{4A600551-7A27-F70D-D2C3-9FF0C453BD4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8DA98-8523-02E1-5523-27CE7E4F9B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46E20D-872C-A1BF-5436-37E94428F8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71A75-1282-1930-830C-BB2DCF4BE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603C5-D714-4252-A57F-FE8F17FC82EE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603BE-77F7-8B34-2080-67E3039CA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4E4DE-F46D-C692-E8FA-36ED6AC76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392BC-C882-47E8-B473-29ED5F9A02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395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63741-3A56-B543-8819-F4B929B83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804ED-1469-10AE-04EC-19C53548A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11FF7-7B0C-494B-671D-B75633D4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603C5-D714-4252-A57F-FE8F17FC82EE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FDF66-8513-6C56-7B2E-0E610F1B8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356CD-C2AE-CCDB-08EB-79E860995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392BC-C882-47E8-B473-29ED5F9A02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1992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1AC31-1DE6-F42F-7567-1AC46FD16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A76084-B002-314A-F292-6A7BB5503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031D5-009E-0C62-1837-D317F82BD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603C5-D714-4252-A57F-FE8F17FC82EE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95972-FDE2-96A0-2A89-F9FB68DEC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49C97-2C02-3995-5CBF-58C2AFBAC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392BC-C882-47E8-B473-29ED5F9A02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6578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DAE7B-AD27-71A6-A82A-68EB251D7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110F5-7C4D-1B91-CF6D-EC448342CF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39AB4F-79E2-DE1F-2098-98AD3620E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79C83B-F43B-4DB1-91CD-EF9CF4A54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603C5-D714-4252-A57F-FE8F17FC82EE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B81992-AECB-380A-B203-EEC03F269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643A5-AA42-54DB-2F88-8055E8A95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392BC-C882-47E8-B473-29ED5F9A02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1157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FD269-1BE6-0F8E-D2EC-33AD0FE3F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ABBBCF-252B-636D-C993-846F8D8C8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4302EC-00D3-6076-3835-B126BC051D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4A4C21-1482-C231-93F9-2FB55711D6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6C5585-5406-F0D9-48DA-D177DDA2EA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B47844-85DF-9C13-59A1-EF2DAADDF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603C5-D714-4252-A57F-FE8F17FC82EE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CA87F0-7F38-7D82-7EB6-F9F124256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D66459-505B-8560-447B-98E64C14B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392BC-C882-47E8-B473-29ED5F9A02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0525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809B4-57E2-0944-D1D5-047C3C7BE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228C49-BE7E-009A-1282-A5AC993AB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603C5-D714-4252-A57F-FE8F17FC82EE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194E17-0B7E-DACF-5F23-F0559B54F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72473C-7366-05C1-E306-7E0E430A6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392BC-C882-47E8-B473-29ED5F9A02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3312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8D43E0-9318-8D96-DFDE-134FDC831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603C5-D714-4252-A57F-FE8F17FC82EE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A95B78-A74F-5B62-76D9-6B844AF53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056BC-DC42-F75E-4D17-D2DE2F3E7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392BC-C882-47E8-B473-29ED5F9A02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6278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890AF-633E-6216-339F-33D46F340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FE22C-CD3A-90B4-4189-D99E934CC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87CEF8-E8A2-B68D-C87E-7738287325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BCC322-830D-6796-8C60-8BB6EFF90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603C5-D714-4252-A57F-FE8F17FC82EE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95669-24F7-E826-1C9B-974440830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A726A9-8098-964D-ADDB-40331FAE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392BC-C882-47E8-B473-29ED5F9A02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9318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7279F-312D-1D9D-A5A3-B221A9492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8290B6-8F2C-08E0-EDC2-4E706270DB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857003-85A5-AEF3-D010-41F7BFEB5F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24BC39-7765-EC38-7438-B8392505D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603C5-D714-4252-A57F-FE8F17FC82EE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DAE6E6-673B-2B9F-AB3E-C9E23902C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D2D6A-ACA8-81A1-D3F8-D108FAE96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392BC-C882-47E8-B473-29ED5F9A02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8686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735B8-78E9-8F5A-D72F-155458DD8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D7F08D-239E-5419-71AA-8179269D0E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2A543-EC55-8F78-AB25-8042E2BD7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603C5-D714-4252-A57F-FE8F17FC82EE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31A69-C99F-049B-7E29-A66708254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5F8B0-E97E-8C97-739B-6427AAEF8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392BC-C882-47E8-B473-29ED5F9A02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4976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CC41E4-E2E4-E6FD-43E0-4E46AA6D35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02D795-7822-965B-997E-DE3A48019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64415-EEFB-D8F9-E96E-8975EA89C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603C5-D714-4252-A57F-FE8F17FC82EE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02E17-8BB6-A3CE-2905-FF0B553F9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5E4DD-B3FE-EE63-930E-5F2486A4B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392BC-C882-47E8-B473-29ED5F9A02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4448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9AA045-9B6B-8B43-E40F-878C8A39F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37C53-7F7A-60D4-2750-0AA52AC56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8959D-CA47-5CF1-EEC0-E4900AECAF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8603C5-D714-4252-A57F-FE8F17FC82EE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36817-F055-E8B5-8A5B-DE2C8E694D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DEEA0-B079-6D67-E26F-15659CC99D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6392BC-C882-47E8-B473-29ED5F9A02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104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9AC24-DA5E-77E3-6F71-742E6F02C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3D80701-0CE0-9C35-C766-8DF768F0DD42}"/>
              </a:ext>
            </a:extLst>
          </p:cNvPr>
          <p:cNvSpPr/>
          <p:nvPr/>
        </p:nvSpPr>
        <p:spPr>
          <a:xfrm>
            <a:off x="641494" y="367547"/>
            <a:ext cx="10498513" cy="629910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2A8921-0309-AB6F-E8DA-22EAC8135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27" y="3911590"/>
            <a:ext cx="2633831" cy="26338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7B2AAE-2D54-9F10-A571-0B7A7AFA3B67}"/>
              </a:ext>
            </a:extLst>
          </p:cNvPr>
          <p:cNvSpPr txBox="1"/>
          <p:nvPr/>
        </p:nvSpPr>
        <p:spPr>
          <a:xfrm>
            <a:off x="842985" y="4583751"/>
            <a:ext cx="7411693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5200" b="1" dirty="0">
                <a:solidFill>
                  <a:schemeClr val="tx1"/>
                </a:solidFill>
                <a:latin typeface="Public sans"/>
                <a:cs typeface="Poppins" panose="020B0502040204020203" pitchFamily="2" charset="0"/>
              </a:rPr>
              <a:t>Fertility returns at day 21 after childbirth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A37A70-F211-AB2E-8A33-FC00010500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306" y="903878"/>
            <a:ext cx="9288171" cy="28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597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3512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5647F-515E-0C31-F7C4-A230D1939C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876424"/>
          </a:xfrm>
        </p:spPr>
        <p:txBody>
          <a:bodyPr>
            <a:normAutofit/>
          </a:bodyPr>
          <a:lstStyle/>
          <a:p>
            <a:r>
              <a:rPr lang="en-GB" dirty="0"/>
              <a:t>Effective printing width 48mm</a:t>
            </a:r>
            <a:br>
              <a:rPr lang="en-GB" dirty="0"/>
            </a:br>
            <a:r>
              <a:rPr lang="en-GB" dirty="0"/>
              <a:t>labels are 50x30mm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B93180-4C8D-D8AA-32D1-48E2EA34ED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6675" y="7031038"/>
            <a:ext cx="9144000" cy="1655762"/>
          </a:xfrm>
        </p:spPr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782C4E-08AF-DC3F-A880-2231CE27E1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" y="2457451"/>
            <a:ext cx="10287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4074A8-75D6-82C2-39D7-8647CC03E6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6164661"/>
            <a:ext cx="10287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631163-45B9-F856-C584-205A44D333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0" b="24133"/>
          <a:stretch>
            <a:fillRect/>
          </a:stretch>
        </p:blipFill>
        <p:spPr>
          <a:xfrm>
            <a:off x="952500" y="1481327"/>
            <a:ext cx="10287000" cy="37216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A3A7AA1-D56B-3617-E972-27E3346B4D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972" y="5614194"/>
            <a:ext cx="10119528" cy="31448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45278E8-1E00-A1F2-D230-AA32DD18B6FE}"/>
              </a:ext>
            </a:extLst>
          </p:cNvPr>
          <p:cNvSpPr/>
          <p:nvPr/>
        </p:nvSpPr>
        <p:spPr>
          <a:xfrm>
            <a:off x="2353818" y="2892425"/>
            <a:ext cx="7484364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0" b="1" dirty="0">
                <a:solidFill>
                  <a:schemeClr val="tx1"/>
                </a:solidFill>
                <a:latin typeface="Public sans"/>
                <a:cs typeface="Poppins" panose="020B0502040204020203" pitchFamily="2" charset="0"/>
              </a:rPr>
              <a:t>#day21</a:t>
            </a:r>
          </a:p>
        </p:txBody>
      </p:sp>
    </p:spTree>
    <p:extLst>
      <p:ext uri="{BB962C8B-B14F-4D97-AF65-F5344CB8AC3E}">
        <p14:creationId xmlns:p14="http://schemas.microsoft.com/office/powerpoint/2010/main" val="2664700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A600551-7A27-F70D-D2C3-9FF0C453B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830" y="1147744"/>
            <a:ext cx="10290940" cy="48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890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17F61-92F1-0E8A-A2EF-9625D6BFE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810B9-6BF6-AE2D-A563-7657A668FA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876424"/>
          </a:xfrm>
        </p:spPr>
        <p:txBody>
          <a:bodyPr>
            <a:normAutofit/>
          </a:bodyPr>
          <a:lstStyle/>
          <a:p>
            <a:r>
              <a:rPr lang="en-GB" dirty="0"/>
              <a:t>Effective printing width 48mm</a:t>
            </a:r>
            <a:br>
              <a:rPr lang="en-GB" dirty="0"/>
            </a:br>
            <a:r>
              <a:rPr lang="en-GB" dirty="0"/>
              <a:t>labels are 50x30mm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BBA86D-A18C-90EE-AEC6-50A99B1CDF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5005629-FCA5-D0E5-5810-7E933F9A4A0E}"/>
              </a:ext>
            </a:extLst>
          </p:cNvPr>
          <p:cNvSpPr/>
          <p:nvPr/>
        </p:nvSpPr>
        <p:spPr>
          <a:xfrm>
            <a:off x="0" y="2892425"/>
            <a:ext cx="11923776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0" b="1" dirty="0">
                <a:solidFill>
                  <a:schemeClr val="tx1"/>
                </a:solidFill>
                <a:latin typeface="Public sans"/>
                <a:cs typeface="Poppins" panose="020B0502040204020203" pitchFamily="2" charset="0"/>
              </a:rPr>
              <a:t>#day21.org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D09C8AD-F37E-716A-7B2B-5326536B2D06}"/>
              </a:ext>
            </a:extLst>
          </p:cNvPr>
          <p:cNvSpPr txBox="1">
            <a:spLocks/>
          </p:cNvSpPr>
          <p:nvPr/>
        </p:nvSpPr>
        <p:spPr>
          <a:xfrm>
            <a:off x="193049" y="-479845"/>
            <a:ext cx="12192000" cy="1876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Effective printing width 48mm</a:t>
            </a:r>
            <a:br>
              <a:rPr lang="en-GB"/>
            </a:br>
            <a:r>
              <a:rPr lang="en-GB"/>
              <a:t>labels are 50x30mm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5381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D4CA9-1E13-2F95-AC6C-B3E6B1DE0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083E5CF-BBFD-5164-63C3-6B4E1D8067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11" b="25028"/>
          <a:stretch>
            <a:fillRect/>
          </a:stretch>
        </p:blipFill>
        <p:spPr>
          <a:xfrm>
            <a:off x="754888" y="477018"/>
            <a:ext cx="10222302" cy="373493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FDFD97A-AB21-E6D1-224C-5E008F8B26C3}"/>
              </a:ext>
            </a:extLst>
          </p:cNvPr>
          <p:cNvSpPr/>
          <p:nvPr/>
        </p:nvSpPr>
        <p:spPr>
          <a:xfrm>
            <a:off x="1948068" y="2019254"/>
            <a:ext cx="7876872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0" b="1" dirty="0">
                <a:solidFill>
                  <a:schemeClr val="tx1"/>
                </a:solidFill>
                <a:latin typeface="Public sans"/>
                <a:cs typeface="Poppins" panose="020B0502040204020203" pitchFamily="2" charset="0"/>
              </a:rPr>
              <a:t>#day21.org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B415E8-A89D-DCD2-1473-F67F3A1F4B42}"/>
              </a:ext>
            </a:extLst>
          </p:cNvPr>
          <p:cNvSpPr/>
          <p:nvPr/>
        </p:nvSpPr>
        <p:spPr>
          <a:xfrm>
            <a:off x="641494" y="367547"/>
            <a:ext cx="10498513" cy="629910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1BE52E-0502-D609-8280-E5B9F4E89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427" y="3911590"/>
            <a:ext cx="2633831" cy="26338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4FD43D-F984-356F-C089-C93972E80752}"/>
              </a:ext>
            </a:extLst>
          </p:cNvPr>
          <p:cNvSpPr txBox="1"/>
          <p:nvPr/>
        </p:nvSpPr>
        <p:spPr>
          <a:xfrm>
            <a:off x="842985" y="4583751"/>
            <a:ext cx="865447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5600" b="1" dirty="0">
                <a:solidFill>
                  <a:schemeClr val="tx1"/>
                </a:solidFill>
                <a:latin typeface="Public sans"/>
                <a:cs typeface="Poppins" panose="020B0502040204020203" pitchFamily="2" charset="0"/>
              </a:rPr>
              <a:t>Fertility returns 21 days after childbirth</a:t>
            </a:r>
          </a:p>
        </p:txBody>
      </p:sp>
    </p:spTree>
    <p:extLst>
      <p:ext uri="{BB962C8B-B14F-4D97-AF65-F5344CB8AC3E}">
        <p14:creationId xmlns:p14="http://schemas.microsoft.com/office/powerpoint/2010/main" val="3619878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23F74-D9AC-A4A7-78E0-C52E61429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AD942EF-FCED-7AA4-C53B-96686DF1B7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26" b="24713"/>
          <a:stretch>
            <a:fillRect/>
          </a:stretch>
        </p:blipFill>
        <p:spPr>
          <a:xfrm>
            <a:off x="717820" y="477018"/>
            <a:ext cx="10222302" cy="373493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25CC2FD-DFEC-0B68-46CF-309335724FAD}"/>
              </a:ext>
            </a:extLst>
          </p:cNvPr>
          <p:cNvSpPr/>
          <p:nvPr/>
        </p:nvSpPr>
        <p:spPr>
          <a:xfrm>
            <a:off x="1948068" y="2019254"/>
            <a:ext cx="7876872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0" b="1" dirty="0">
                <a:solidFill>
                  <a:schemeClr val="tx1"/>
                </a:solidFill>
                <a:latin typeface="Public sans"/>
                <a:cs typeface="Poppins" panose="020B0502040204020203" pitchFamily="2" charset="0"/>
              </a:rPr>
              <a:t>day21.org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91529C-0F82-FAD2-9458-41292899F70A}"/>
              </a:ext>
            </a:extLst>
          </p:cNvPr>
          <p:cNvSpPr/>
          <p:nvPr/>
        </p:nvSpPr>
        <p:spPr>
          <a:xfrm>
            <a:off x="641494" y="367547"/>
            <a:ext cx="10498513" cy="629910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17E6EA-B1BE-B0D9-1884-5A9D8BB21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427" y="3911590"/>
            <a:ext cx="2633831" cy="26338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BFA08A-4FAA-DB51-F27B-D883D1D57B15}"/>
              </a:ext>
            </a:extLst>
          </p:cNvPr>
          <p:cNvSpPr txBox="1"/>
          <p:nvPr/>
        </p:nvSpPr>
        <p:spPr>
          <a:xfrm>
            <a:off x="842985" y="4583751"/>
            <a:ext cx="865447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5600" b="1" dirty="0">
                <a:solidFill>
                  <a:schemeClr val="tx1"/>
                </a:solidFill>
                <a:latin typeface="Public sans"/>
                <a:cs typeface="Poppins" panose="020B0502040204020203" pitchFamily="2" charset="0"/>
              </a:rPr>
              <a:t>Fertility returns 21 days after childbirth</a:t>
            </a:r>
          </a:p>
        </p:txBody>
      </p:sp>
    </p:spTree>
    <p:extLst>
      <p:ext uri="{BB962C8B-B14F-4D97-AF65-F5344CB8AC3E}">
        <p14:creationId xmlns:p14="http://schemas.microsoft.com/office/powerpoint/2010/main" val="597746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0C1A9-A0E3-DF4C-7D06-D931BA02C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FAC22E8-1C04-C72A-17A3-88F31C3104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26" b="24713"/>
          <a:stretch>
            <a:fillRect/>
          </a:stretch>
        </p:blipFill>
        <p:spPr>
          <a:xfrm>
            <a:off x="1316736" y="1019924"/>
            <a:ext cx="9211906" cy="336576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AB0C915-8072-D9B8-A0A9-EDEF8A341FF4}"/>
              </a:ext>
            </a:extLst>
          </p:cNvPr>
          <p:cNvSpPr/>
          <p:nvPr/>
        </p:nvSpPr>
        <p:spPr>
          <a:xfrm>
            <a:off x="1948068" y="2192990"/>
            <a:ext cx="7876872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0" b="1" dirty="0">
                <a:solidFill>
                  <a:schemeClr val="tx1"/>
                </a:solidFill>
                <a:latin typeface="Public sans"/>
                <a:cs typeface="Poppins" panose="020B0502040204020203" pitchFamily="2" charset="0"/>
              </a:rPr>
              <a:t>#day21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188DB3-B32F-4446-74D7-4EF789F163A6}"/>
              </a:ext>
            </a:extLst>
          </p:cNvPr>
          <p:cNvSpPr/>
          <p:nvPr/>
        </p:nvSpPr>
        <p:spPr>
          <a:xfrm>
            <a:off x="641494" y="367547"/>
            <a:ext cx="10498513" cy="629910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E4F1F3-6A0A-F170-7EAD-644FE46A5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427" y="3911590"/>
            <a:ext cx="2633831" cy="26338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480CC6-A59C-C0F4-7AD7-36B7C6C07B6D}"/>
              </a:ext>
            </a:extLst>
          </p:cNvPr>
          <p:cNvSpPr txBox="1"/>
          <p:nvPr/>
        </p:nvSpPr>
        <p:spPr>
          <a:xfrm>
            <a:off x="3082942" y="360204"/>
            <a:ext cx="605191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5600" b="1" i="1" dirty="0">
                <a:solidFill>
                  <a:schemeClr val="tx1"/>
                </a:solidFill>
                <a:latin typeface="Public sans"/>
                <a:cs typeface="Poppins" panose="020B0502040204020203" pitchFamily="2" charset="0"/>
              </a:rPr>
              <a:t>Fertility returns at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0376A1-2292-7250-5D3B-ADE4BE1D1DD7}"/>
              </a:ext>
            </a:extLst>
          </p:cNvPr>
          <p:cNvSpPr txBox="1"/>
          <p:nvPr/>
        </p:nvSpPr>
        <p:spPr>
          <a:xfrm>
            <a:off x="2860547" y="4033694"/>
            <a:ext cx="605191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5600" b="1" i="1" dirty="0">
                <a:latin typeface="Public sans"/>
                <a:cs typeface="Poppins" panose="020B0502040204020203" pitchFamily="2" charset="0"/>
              </a:rPr>
              <a:t>after</a:t>
            </a:r>
          </a:p>
          <a:p>
            <a:pPr algn="ctr"/>
            <a:r>
              <a:rPr lang="en-GB" sz="5600" b="1" i="1" dirty="0">
                <a:solidFill>
                  <a:schemeClr val="tx1"/>
                </a:solidFill>
                <a:latin typeface="Public sans"/>
                <a:cs typeface="Poppins" panose="020B0502040204020203" pitchFamily="2" charset="0"/>
              </a:rPr>
              <a:t>childbirth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C5CAED-660A-57BA-210C-A407DC85E5A1}"/>
              </a:ext>
            </a:extLst>
          </p:cNvPr>
          <p:cNvSpPr/>
          <p:nvPr/>
        </p:nvSpPr>
        <p:spPr>
          <a:xfrm>
            <a:off x="704849" y="5681078"/>
            <a:ext cx="3400425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b="1" dirty="0">
                <a:solidFill>
                  <a:schemeClr val="tx1"/>
                </a:solidFill>
                <a:latin typeface="Public sans"/>
                <a:cs typeface="Poppins" panose="020B0502040204020203" pitchFamily="2" charset="0"/>
              </a:rPr>
              <a:t>day21.org</a:t>
            </a:r>
          </a:p>
        </p:txBody>
      </p:sp>
    </p:spTree>
    <p:extLst>
      <p:ext uri="{BB962C8B-B14F-4D97-AF65-F5344CB8AC3E}">
        <p14:creationId xmlns:p14="http://schemas.microsoft.com/office/powerpoint/2010/main" val="1086551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79AE01E-A0CD-A70F-CFD6-39D784ABB8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865" y="6949440"/>
            <a:ext cx="10222302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15D16CD-A150-E2D2-C5E7-CB45AB26ED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22" t="-3028" r="-181" b="3028"/>
          <a:stretch>
            <a:fillRect/>
          </a:stretch>
        </p:blipFill>
        <p:spPr>
          <a:xfrm>
            <a:off x="1147955" y="92691"/>
            <a:ext cx="10222302" cy="629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719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E2B4529-6914-AB6A-05DE-0786972A8F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55" b="6944"/>
          <a:stretch>
            <a:fillRect/>
          </a:stretch>
        </p:blipFill>
        <p:spPr>
          <a:xfrm>
            <a:off x="1181100" y="0"/>
            <a:ext cx="10228936" cy="638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49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F2DAE-FEEA-1B6B-E78B-C24192090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28D58A8-700C-FB1D-5AC7-ECDB978EF6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26" b="24713"/>
          <a:stretch>
            <a:fillRect/>
          </a:stretch>
        </p:blipFill>
        <p:spPr>
          <a:xfrm>
            <a:off x="1316736" y="1019924"/>
            <a:ext cx="9211906" cy="336576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81F75CD-4A7E-E587-64AA-4773C108861E}"/>
              </a:ext>
            </a:extLst>
          </p:cNvPr>
          <p:cNvSpPr/>
          <p:nvPr/>
        </p:nvSpPr>
        <p:spPr>
          <a:xfrm>
            <a:off x="1948068" y="2192990"/>
            <a:ext cx="7876872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0" b="1" dirty="0">
                <a:solidFill>
                  <a:schemeClr val="tx1"/>
                </a:solidFill>
                <a:latin typeface="Public sans"/>
                <a:cs typeface="Poppins" panose="020B0502040204020203" pitchFamily="2" charset="0"/>
              </a:rPr>
              <a:t>day21.org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FDA028-6709-2DB9-710F-FE5C8D14F4B1}"/>
              </a:ext>
            </a:extLst>
          </p:cNvPr>
          <p:cNvSpPr/>
          <p:nvPr/>
        </p:nvSpPr>
        <p:spPr>
          <a:xfrm>
            <a:off x="641494" y="367547"/>
            <a:ext cx="10498513" cy="629910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834D3E-3CAA-4791-AF7D-5A82EE4DC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427" y="3911590"/>
            <a:ext cx="2633831" cy="26338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4F3DEF-6B66-609D-E1CD-1B8C76E6F22A}"/>
              </a:ext>
            </a:extLst>
          </p:cNvPr>
          <p:cNvSpPr txBox="1"/>
          <p:nvPr/>
        </p:nvSpPr>
        <p:spPr>
          <a:xfrm>
            <a:off x="3082942" y="360204"/>
            <a:ext cx="605191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5600" b="1" i="1" dirty="0">
                <a:solidFill>
                  <a:schemeClr val="tx1"/>
                </a:solidFill>
                <a:latin typeface="Public sans"/>
                <a:cs typeface="Poppins" panose="020B0502040204020203" pitchFamily="2" charset="0"/>
              </a:rPr>
              <a:t>Fertility returns at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76DD41-6C2A-D6AD-BC28-34398D5B407F}"/>
              </a:ext>
            </a:extLst>
          </p:cNvPr>
          <p:cNvSpPr txBox="1"/>
          <p:nvPr/>
        </p:nvSpPr>
        <p:spPr>
          <a:xfrm>
            <a:off x="2860547" y="4033694"/>
            <a:ext cx="605191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5600" b="1" i="1" dirty="0">
                <a:latin typeface="Public sans"/>
                <a:cs typeface="Poppins" panose="020B0502040204020203" pitchFamily="2" charset="0"/>
              </a:rPr>
              <a:t>after</a:t>
            </a:r>
          </a:p>
          <a:p>
            <a:pPr algn="ctr"/>
            <a:r>
              <a:rPr lang="en-GB" sz="5600" b="1" i="1" dirty="0">
                <a:solidFill>
                  <a:schemeClr val="tx1"/>
                </a:solidFill>
                <a:latin typeface="Public sans"/>
                <a:cs typeface="Poppins" panose="020B0502040204020203" pitchFamily="2" charset="0"/>
              </a:rPr>
              <a:t>childbirth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36E97A4-B541-443B-AAB4-3BFAC8337C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243" y="3114733"/>
            <a:ext cx="3106203" cy="310620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013C413-DDF9-E569-FA51-53734A027330}"/>
              </a:ext>
            </a:extLst>
          </p:cNvPr>
          <p:cNvSpPr txBox="1"/>
          <p:nvPr/>
        </p:nvSpPr>
        <p:spPr>
          <a:xfrm>
            <a:off x="677939" y="6044700"/>
            <a:ext cx="34094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i="1" dirty="0">
                <a:latin typeface="Public sans"/>
                <a:cs typeface="Poppins" panose="020B0502040204020203" pitchFamily="2" charset="0"/>
              </a:rPr>
              <a:t>Dr Kayleigh Lawrence</a:t>
            </a:r>
            <a:endParaRPr lang="en-GB" sz="2800" b="1" i="1" dirty="0">
              <a:solidFill>
                <a:schemeClr val="tx1"/>
              </a:solidFill>
              <a:latin typeface="Public sans"/>
              <a:cs typeface="Poppins" panose="020B05020402040202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405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, AI generated">
            <a:extLst>
              <a:ext uri="{FF2B5EF4-FFF2-40B4-BE49-F238E27FC236}">
                <a16:creationId xmlns:a16="http://schemas.microsoft.com/office/drawing/2014/main" id="{50444464-43BD-440D-B8BB-1DDC3BF18F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388675-81CA-FD08-E0D8-3BCE4AF2D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" y="0"/>
            <a:ext cx="6858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DB2001-5170-34DA-90E2-5E632C345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6263" y="291366"/>
            <a:ext cx="2447925" cy="24479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4A711C-12A0-E515-7439-FA5376363B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0432" y="0"/>
            <a:ext cx="6858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4DCD61-6B44-45E7-84B7-0502D25EDD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920" y="1069848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2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4E96E-BE28-6C14-6C91-85108412A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753AA5-1EDA-3941-B744-E00360A05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792" y="283191"/>
            <a:ext cx="10510415" cy="62916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BFDB65-81E6-8E9E-A12B-140FD1C5EA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849" y="0"/>
            <a:ext cx="10222302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F85334-3003-0EBB-8345-A11EA03504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849" y="0"/>
            <a:ext cx="102223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634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937E949-3A23-F74B-B6A8-01C4DDE7F7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849" y="0"/>
            <a:ext cx="102223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0791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A5AE0D-C0F2-803C-5F40-5FC2EA16B2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3" b="3202"/>
          <a:stretch>
            <a:fillRect/>
          </a:stretch>
        </p:blipFill>
        <p:spPr>
          <a:xfrm>
            <a:off x="1047750" y="152116"/>
            <a:ext cx="10266878" cy="6343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6343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EF280-76AF-157C-7942-078B2D8183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BC37D1-D6BC-F7D3-6C40-6956483867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 descr="A person smiling for a picture&#10;&#10;AI-generated content may be incorrect.">
            <a:extLst>
              <a:ext uri="{FF2B5EF4-FFF2-40B4-BE49-F238E27FC236}">
                <a16:creationId xmlns:a16="http://schemas.microsoft.com/office/drawing/2014/main" id="{C8311E33-C39F-E2CA-7C1D-5505FDC86F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4168" y="80963"/>
            <a:ext cx="6858000" cy="6858000"/>
          </a:xfrm>
          <a:prstGeom prst="ellipse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6390775-9FC8-EAE0-DF7E-BE660D56D981}"/>
              </a:ext>
            </a:extLst>
          </p:cNvPr>
          <p:cNvSpPr/>
          <p:nvPr/>
        </p:nvSpPr>
        <p:spPr>
          <a:xfrm>
            <a:off x="-1713357" y="310896"/>
            <a:ext cx="6867525" cy="68675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05504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EE296F-CB8E-D778-AD51-4F548CC502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22F8CD-6B66-6821-F248-C82A21C52F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" y="-185983"/>
            <a:ext cx="12192000" cy="37837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E71692-6C8B-A861-6E72-683F51D99C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878" y="711666"/>
            <a:ext cx="9286875" cy="28860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93AB44-FFB8-0601-892A-FB2AEBCFE9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150" y="474345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450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1535</TotalTime>
  <Words>77</Words>
  <Application>Microsoft Office PowerPoint</Application>
  <PresentationFormat>Widescreen</PresentationFormat>
  <Paragraphs>20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Public sans</vt:lpstr>
      <vt:lpstr>Office Theme</vt:lpstr>
      <vt:lpstr>PowerPoint Presentation</vt:lpstr>
      <vt:lpstr>PowerPoint Presentation</vt:lpstr>
      <vt:lpstr>Effective printing width 48mm labels are 50x30mm</vt:lpstr>
      <vt:lpstr>PowerPoint Presentation</vt:lpstr>
      <vt:lpstr>Effective printing width 48mm labels are 50x30mm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Lawrence</dc:creator>
  <cp:lastModifiedBy>Neil Lawrence</cp:lastModifiedBy>
  <cp:revision>2</cp:revision>
  <dcterms:created xsi:type="dcterms:W3CDTF">2026-02-27T19:22:12Z</dcterms:created>
  <dcterms:modified xsi:type="dcterms:W3CDTF">2026-03-12T16:34:52Z</dcterms:modified>
</cp:coreProperties>
</file>